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 LAEL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de automação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Contabilliza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 r a 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913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Rosana Valerio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de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114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levilael.com.br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ENTENDEMOS ATÉ AQUI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dores que você nos contou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8229600" cy="0"/>
          </a:xfrm>
          <a:prstGeom prst="line">
            <a:avLst/>
          </a:prstGeom>
          <a:noFill/>
          <a:ln w="9525">
            <a:solidFill>
              <a:srgbClr val="DEDB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83080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64008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47672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856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de documentos sem controle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213055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clientes · Nibo + OnViewMessage · sem monitoramento em tempo real de quem entregou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87752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87752"/>
            <a:ext cx="64008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752344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26609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Estagiários gastando horas em trabalho improdutivo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9352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estagiários part-time · cobrar documento não é produção · horas que poderiam ir pra análise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392424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392424"/>
            <a:ext cx="64008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55701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34655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presa na operação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7398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contratar comercial e crescer · mas não consegue sair enquanto executa o básico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197096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4197096"/>
            <a:ext cx="64008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361688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" y="42702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entrega valor real pras pejotinhas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5445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PJ simples · recebem só obrigação fiscal · você quer entregar resumo financeiro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 LAEL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sistema vai funcionar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2697480" cy="2743200"/>
          </a:xfrm>
          <a:prstGeom prst="rect">
            <a:avLst/>
          </a:prstGeom>
          <a:solidFill>
            <a:srgbClr val="2A2A2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chegam os documentos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233172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375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E-mail (Gmail / Outlook)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WhatsApp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995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Nibo (portal)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3251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Omie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6542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Outros canais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35808" y="3611880"/>
            <a:ext cx="146304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3429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2240280"/>
            <a:ext cx="2697480" cy="2743200"/>
          </a:xfrm>
          <a:prstGeom prst="rect">
            <a:avLst/>
          </a:prstGeom>
          <a:solidFill>
            <a:srgbClr val="F5A623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CONTROLE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743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Triagem, classificação e monitoramento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200400"/>
            <a:ext cx="2331720" cy="0"/>
          </a:xfrm>
          <a:prstGeom prst="line">
            <a:avLst/>
          </a:prstGeom>
          <a:noFill/>
          <a:ln w="6350">
            <a:solidFill>
              <a:srgbClr val="CC8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3375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Identifica o cliente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Classifica o documento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83280" y="3995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Cobra automaticamente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0" y="43251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Painel de status em tempo real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0" y="46542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Revisão humana nos casos ambíguos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16168" y="3611880"/>
            <a:ext cx="146304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6168" y="3429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2240280"/>
            <a:ext cx="2697480" cy="2743200"/>
          </a:xfrm>
          <a:prstGeom prst="rect">
            <a:avLst/>
          </a:prstGeom>
          <a:solidFill>
            <a:srgbClr val="2A2A2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2743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saída para o sistema contábil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3200400"/>
            <a:ext cx="233172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3375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Domínio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Conta Azul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63640" y="3995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Alternativos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63640" y="43251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Lançamento estruturado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63640" y="46542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Pronto pra revisão final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HOJE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vai funcionar a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920240" cy="20116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2011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73352" y="2011680"/>
            <a:ext cx="65836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73352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67512" y="27889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— de onde chegam os documentos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3547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920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70632" y="2011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70632" y="27889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— como triagem e monitoramento funcionam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70632" y="3547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828800"/>
            <a:ext cx="1920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3752" y="2011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73752" y="27889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— como é feito o lançamento hoje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3547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828800"/>
            <a:ext cx="1920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76872" y="2011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76872" y="27889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time e próximos passos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6872" y="3547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 final: proposta sob medida em até 5 dias úteis.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onde chegam os documentos?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8229600" cy="0"/>
          </a:xfrm>
          <a:prstGeom prst="line">
            <a:avLst/>
          </a:prstGeom>
          <a:noFill/>
          <a:ln w="9525">
            <a:solidFill>
              <a:srgbClr val="DEDB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55648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55648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20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8366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cliente manda documento hoje, por onde ele chega com mais frequência — email, WhatsApp, Nibo, outro canal?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3225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Confirma quais entradas precisamos construir primeiro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25496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825496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900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95351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documentos chegam em que formato — PDF, foto, XML de NF-e?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33924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Define o tipo de processamento: OCR, parser XML ou leitura de imagem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895344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599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algum canal que você já tentou usar e abandonou? O que travou?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1560" y="44622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Evita repetir o que não funcionou e revela resistência do cliente final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CENTRAL DE CONTROLE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 a triagem hoje?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8229600" cy="0"/>
          </a:xfrm>
          <a:prstGeom prst="line">
            <a:avLst/>
          </a:prstGeom>
          <a:noFill/>
          <a:ln w="9525">
            <a:solidFill>
              <a:srgbClr val="DEDB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55648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55648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20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8366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documento chega, quem é o primeiro a ver e o que essa pessoa faz com ele?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3225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Mapeia o fluxo atual que vamos automatizar — onde está o gargalo humano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25496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825496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900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95351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sabe hoje que um cliente entregou tudo que precisava — tem lista, planilha, sistema?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33924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Confirma ausência de controle centralizado — justifica o painel de monitoramento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895344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599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escritório identifica que aquele documento pertence ao cliente X? Por CNPJ, email de quem enviou, outro critério?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1560" y="44622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Define a lógica de identificação automática na central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CENTRAL DE CONTROLE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 a cobrança de documentos?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8229600" cy="0"/>
          </a:xfrm>
          <a:prstGeom prst="line">
            <a:avLst/>
          </a:prstGeom>
          <a:noFill/>
          <a:ln w="9525">
            <a:solidFill>
              <a:srgbClr val="DEDB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55648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55648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20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8366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documento não chega no prazo, quem cobra — estagiário, você? Por qual canal?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3225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Mapeia exatamente o que o sistema vai substituir na régua de cobrança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25496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825496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900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95351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horas por semana os estagiários gastam só cobrando documento versus tarefas que você considera produtivas?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33924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Quantifica a dor — esse número vira o ROI da proposta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895344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599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algo passa despercebido — documento que não chegou — qual é o impacto concreto? Retrabalho, multa, cliente insatisfeito?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1560" y="44622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Mede o custo real do problema atual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SAÍDA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é feito o lançamento no sistema contábil?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8229600" cy="0"/>
          </a:xfrm>
          <a:prstGeom prst="line">
            <a:avLst/>
          </a:prstGeom>
          <a:noFill/>
          <a:ln w="9525">
            <a:solidFill>
              <a:srgbClr val="DEDB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55648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55648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20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8366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que o documento chega e é classificado, o que acontece? Alguém lança manualmente no Nibo ou tem alguma importação?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3225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Define se a saída é lançamento via API ou geração de arquivo para importação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25496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825496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900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95351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Nibo tem portal ou app que os clientes deveriam usar — o que faz eles não usarem de verdade?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33924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Entende o gap entre o que o Nibo oferece e o que vamos construir por cima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895344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599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lançamento é feito, quem confere se está correto — estagiário, você? Quanto tempo isso leva?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1560" y="44622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Define onde entra a revisão humana no sistema — o que nunca vai ser 100% automatizado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VOLUME E TIME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Dimensionando o 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8229600" cy="0"/>
          </a:xfrm>
          <a:prstGeom prst="line">
            <a:avLst/>
          </a:prstGeom>
          <a:noFill/>
          <a:ln w="9525">
            <a:solidFill>
              <a:srgbClr val="DEDB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55648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55648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20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8366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70 clientes, quantos mandam documento todo mês vs. os que mandam só quando precisam?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3225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Dimensiona o volume real de processamento do sistema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25496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825496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900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95351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Aquele estagiário com facilidade em tecnologia — ele consegue dedicar algumas horas por semana durante a implantação?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33924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Confirma ponto focal interno para validação e testes — reduz risco de entrega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8138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895344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599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migração pro Microsoft 365 — tem prazo definido? Isso pode impactar a ordem do que a gente constrói primeiro.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1560" y="44622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Risco técnico real: se migrar no meio do projeto, a integração de email muda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· PREENCHIDO AO VIVO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mapeamos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8229600" cy="0"/>
          </a:xfrm>
          <a:prstGeom prst="line">
            <a:avLst/>
          </a:prstGeom>
          <a:noFill/>
          <a:ln w="9525">
            <a:solidFill>
              <a:srgbClr val="DEDB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83080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40690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47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confirmadas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e formatos de documento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606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EDB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Preencher ao vivo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83080"/>
            <a:ext cx="40690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947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identificados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trabalho improdutivo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9472" y="2606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EDB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Preencher ao vivo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337560"/>
            <a:ext cx="40690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502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e sistema contábil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feito o lançamento hoje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" y="4160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EDB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Preencher ao vivo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337560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337560"/>
            <a:ext cx="40690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502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da Onda 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resolvemos primeiro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9472" y="4160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EDB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Preencher ao vivo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 LAEL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acontece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dessa call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77977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79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em etapas em até 5 dias úteis — começando pelo que mais trava hoje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8269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82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291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onda: o que resolve, horas economizadas e investimento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78561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85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7947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 proposta de 30 minutos — apresentação e dúvidas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8853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88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42976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sem compromisso — sem pressão de prazo artificial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levilael.com.br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Levi Lael — Diagnóstico Contabilliza</dc:title>
  <dc:subject>PptxGenJS Presentation</dc:subject>
  <dc:creator>PptxGenJS</dc:creator>
  <cp:lastModifiedBy>PptxGenJS</cp:lastModifiedBy>
  <cp:revision>1</cp:revision>
  <dcterms:created xsi:type="dcterms:W3CDTF">2026-05-22T16:58:42Z</dcterms:created>
  <dcterms:modified xsi:type="dcterms:W3CDTF">2026-05-22T16:58:42Z</dcterms:modified>
</cp:coreProperties>
</file>